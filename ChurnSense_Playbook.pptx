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90FF"/>
              </a:solidFill>
              <a:effectLst/>
            </c:spPr>
          </c:dPt>
          <c:dPt>
            <c:idx val="1"/>
            <c:bubble3D val="0"/>
            <c:spPr>
              <a:solidFill>
                <a:srgbClr val="1A3A5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Churned</c:v>
                </c:pt>
                <c:pt idx="1">
                  <c:v>Retained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26.54</c:v>
                </c:pt>
                <c:pt idx="1">
                  <c:v>73.46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0F25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EB3E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7EB3E8"/>
                </a:solidFill>
                <a:latin typeface="Arial"/>
              </a:rPr>
              <a:t>Feature Importance (Random Forest)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E9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TotalCharges</c:v>
                  </c:pt>
                  <c:pt idx="1">
                    <c:v>Tenure</c:v>
                  </c:pt>
                  <c:pt idx="2">
                    <c:v>MonthlyCharges</c:v>
                  </c:pt>
                  <c:pt idx="3">
                    <c:v>Contract</c:v>
                  </c:pt>
                  <c:pt idx="4">
                    <c:v>InternetService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0.21</c:v>
                </c:pt>
                <c:pt idx="1">
                  <c:v>0.18</c:v>
                </c:pt>
                <c:pt idx="2">
                  <c:v>0.16</c:v>
                </c:pt>
                <c:pt idx="3">
                  <c:v>0.13</c:v>
                </c:pt>
                <c:pt idx="4">
                  <c:v>0.11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C5F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B3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5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56DB">
              <a:alpha val="25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1E90FF">
              <a:alpha val="15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CHURNSENSE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why customers leave — and how to stop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2743200" cy="274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657600"/>
            <a:ext cx="2560320" cy="86868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703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Analysed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3657600"/>
            <a:ext cx="2560320" cy="86868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3703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26.54%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2560320" cy="86868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3703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82.19%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Nandini Saxena  ·  B.Tech CSE  ·  Data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is silently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customers.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churned customer is lost revenue.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lost customer was preventable.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4754880" cy="59436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97480"/>
            <a:ext cx="54864" cy="5943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Cause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99008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picture of why customers leave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4754880" cy="59436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429000"/>
            <a:ext cx="54864" cy="5943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747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7216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High-paying customers churn the most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4754880" cy="59436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160520"/>
            <a:ext cx="54864" cy="5943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20624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45312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detected only after it happens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731520"/>
            <a:ext cx="3017520" cy="393192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0" y="11887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26.54%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5669280" y="2194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churned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2971800"/>
            <a:ext cx="2103120" cy="274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 out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customers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852160" y="3657600"/>
          <a:ext cx="265176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KEY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96012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80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churn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8928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only 3% for two-year contracts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0" cy="96012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86000"/>
            <a:ext cx="54864" cy="9601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377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30352" y="2788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in first 12 months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9900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are most vulnerable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4114800" cy="96012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383280"/>
            <a:ext cx="54864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474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30352" y="3886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churn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40873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19% for DSL — possible service issue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114800" cy="96012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188720"/>
            <a:ext cx="54864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1280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010912" y="1691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charge of churners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10912" y="18928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paying customers leave more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4114800" cy="96012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286000"/>
            <a:ext cx="54864" cy="9601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377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010912" y="2788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accuracy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29900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top predictors confirmed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ROOT CAUSE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churn drivers — confirmed by ML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097280"/>
            <a:ext cx="4023360" cy="109728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1097280"/>
            <a:ext cx="54864" cy="109728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1143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349240" y="11704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Charges &amp; Tenure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92040" y="1508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pay more over time are ironically more likely to leave — suggesting value perception drops as bills accumulate.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2377440"/>
            <a:ext cx="4023360" cy="109728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377440"/>
            <a:ext cx="54864" cy="10972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349240" y="24505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92040" y="27889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monthly charges directly correlate with churn. Customers on expensive plans leave when they don't feel the value.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3657600"/>
            <a:ext cx="54864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3703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349240" y="3730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92040" y="4069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have zero switching cost. With 43% churn rate, contract type is a massive retention lever.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PREDICTIVE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churn before it happens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47472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82.19%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971800"/>
            <a:ext cx="2377440" cy="274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154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83080" y="3154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3154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63240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used for feature importance analysis to confirm root cause findings.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023360" cy="749808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307592"/>
            <a:ext cx="347472" cy="3474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07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1216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1490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7,043 records, encoded categorical variables, handled nulls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039112"/>
            <a:ext cx="4023360" cy="749808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203704"/>
            <a:ext cx="347472" cy="3474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203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21122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23865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training, 20% testing with random state for reproducibility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935224"/>
            <a:ext cx="4023360" cy="749808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099816"/>
            <a:ext cx="347472" cy="3474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099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0083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32826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with 3,000 max iterations for convergence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831336"/>
            <a:ext cx="4023360" cy="749808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995928"/>
            <a:ext cx="347472" cy="3474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995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9044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41788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at-risk customers before they churn — enabling action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CHURN PLAYBOOK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strategies to stop the churn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160020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1148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annual contracts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10-15% discounts to month-to-month customers who switch to 1 or 2-year plans. This single move could cut churn rate from 43% to under 10%.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114800" cy="160020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88720"/>
            <a:ext cx="41148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258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onboarding program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months are critical. Automated check-ins at day 7, 30, and 90 with dedicated support reduces early churn significantly.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114800" cy="160020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17520"/>
            <a:ext cx="41148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546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Fiber Optic quality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churn vs 19% for DSL is a red flag. Run customer satisfaction surveys for Fiber Optic users to identify if it's a pricing or service quality issue.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4114800" cy="160020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17520"/>
            <a:ext cx="4114800" cy="54864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1546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37760" y="3520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value-added services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8404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OnlineSecurity or TechSupport churn significantly more. Bundle these services with plans or offer free trials to increase stickiness.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retention starts with understanding why customers leave.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2240280"/>
            <a:ext cx="2743200" cy="274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14600"/>
            <a:ext cx="1828800" cy="91440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78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Analysed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2514600"/>
            <a:ext cx="1828800" cy="91440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2578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26.54%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Found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514600"/>
            <a:ext cx="1828800" cy="91440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578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82.19%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2514600"/>
            <a:ext cx="1828800" cy="91440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2578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Strategies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0" y="3657600"/>
            <a:ext cx="4572000" cy="1143000"/>
          </a:xfrm>
          <a:prstGeom prst="rect">
            <a:avLst/>
          </a:prstGeom>
          <a:solidFill>
            <a:srgbClr val="0F2544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0" y="3657600"/>
            <a:ext cx="457200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Nandini Saxena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86000" y="40965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  ·  Data Analytics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4343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linkedin.com/in/nandini-saxena-codes  ·  nandinisaxena.netlify.app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ChurnSense - Customer Retention Playbook</dc:title>
  <dc:subject>PptxGenJS Presentation</dc:subject>
  <dc:creator>Nandini Saxena</dc:creator>
  <cp:lastModifiedBy>Nandini Saxena</cp:lastModifiedBy>
  <cp:revision>1</cp:revision>
  <dcterms:created xsi:type="dcterms:W3CDTF">2026-03-23T14:05:01Z</dcterms:created>
  <dcterms:modified xsi:type="dcterms:W3CDTF">2026-03-23T14:05:01Z</dcterms:modified>
</cp:coreProperties>
</file>